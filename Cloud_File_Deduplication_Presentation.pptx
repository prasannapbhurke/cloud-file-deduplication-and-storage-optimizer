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3291840" cy="41148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ENTERPRISE CLOUD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Cloud File Deduplication</a:t>
            </a:r>
            <a:br/>
            <a:r>
              <a:t>&amp; Storage Optimizer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0B981"/>
                </a:solidFill>
              </a:defRPr>
            </a:pPr>
            <a:r>
              <a:t>Why Pay for the Same File 1,000 Times? Smarter Cloud Storage with 64 KB Chunk Fingerprinting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1206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D. Y. Patil College of Engineering &amp; Technology, Kolhapur | Dept. of CSE | Batch T6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Team: Roll 144, 149, 151, 152, 155 | Project Guide: Mrs. Aditee A. Salokhe | HOD: Dr. R. J. Dhanal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ACADEMIC CREDENTIALS — BATCH T6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Academic Project Team &amp; Module Responsibilities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21031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6265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4F46E5"/>
                </a:solidFill>
              </a:defRPr>
            </a:pPr>
            <a:r>
              <a:t>ROLL 155</a:t>
            </a:r>
          </a:p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</a:defRPr>
            </a:pPr>
            <a:r>
              <a:t>Prasanna Pradeep Bhurke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Cloud Backend Architecture, Supabase PostgreSQL, S3 Storage &amp; Live Tunneling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21031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828800"/>
            <a:ext cx="296265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0B981"/>
                </a:solidFill>
              </a:defRPr>
            </a:pPr>
            <a:r>
              <a:t>ROLL 144</a:t>
            </a:r>
          </a:p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</a:defRPr>
            </a:pPr>
            <a:r>
              <a:t>Sarthak Sanjay Salokhe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Block Hashing Engine (SHA-256), Deduplication Verification &amp; Collision Prevention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645920"/>
            <a:ext cx="3328416" cy="21031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828800"/>
            <a:ext cx="296265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F172A"/>
                </a:solidFill>
              </a:defRPr>
            </a:pPr>
            <a:r>
              <a:t>ROLL 149</a:t>
            </a:r>
          </a:p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</a:defRPr>
            </a:pPr>
            <a:r>
              <a:t>Vyanktesh H. Madhyapgol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Interactive Glassmorphism UI/UX, Drag-and-Drop Zone &amp; Visual Chunk Map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3328416" cy="21031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297680"/>
            <a:ext cx="296265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4F46E5"/>
                </a:solidFill>
              </a:defRPr>
            </a:pPr>
            <a:r>
              <a:t>ROLL 151</a:t>
            </a:r>
          </a:p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</a:defRPr>
            </a:pPr>
            <a:r>
              <a:t>Manjunath Rajkumar Gavandi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Storage Analytics Engine, Efficiency Ratio Calculation &amp; Space Savings Logs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25696" y="4114800"/>
            <a:ext cx="3328416" cy="21031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8576" y="4297680"/>
            <a:ext cx="296265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0B981"/>
                </a:solidFill>
              </a:defRPr>
            </a:pPr>
            <a:r>
              <a:t>ROLL 152</a:t>
            </a:r>
          </a:p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</a:defRPr>
            </a:pPr>
            <a:r>
              <a:t>Balaji Ramraje Gaikwad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Automated Test Suite, Byte-for-Byte File Reconstruction &amp; Parity Streaming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4114800"/>
            <a:ext cx="3328416" cy="21031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4297680"/>
            <a:ext cx="296265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F172A"/>
                </a:solidFill>
              </a:defRPr>
            </a:pPr>
            <a:r>
              <a:t>FACULTY MENTORSHIP</a:t>
            </a:r>
          </a:p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</a:defRPr>
            </a:pPr>
            <a:r>
              <a:t>Mrs. Aditee A. Salokhe (Guide)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Head of Dept: Dr. R. J. Dhanal | Dept. of Computer Science &amp; Engineering, DYPCET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CLOUD STORAGE &amp; DATA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The Real-World Headache: The Silent Cloud Waste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28416" cy="42976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2962656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0F172A"/>
                </a:solidFill>
              </a:defRPr>
            </a:pPr>
            <a:r>
              <a:t>📂 The 'Version Spam' Reality</a:t>
            </a:r>
          </a:p>
          <a:p>
            <a:pPr>
              <a:spcAft>
                <a:spcPts val="2000"/>
              </a:spcAft>
              <a:defRPr sz="1300">
                <a:solidFill>
                  <a:srgbClr val="475569"/>
                </a:solidFill>
              </a:defRPr>
            </a:pPr>
            <a:r>
              <a:t>Everyone does it: 'Report_Final.docx', 'Report_Final_v2.docx', 'Report_REAL_Final.docx'. Across thousands of company employees or students, 95% of each document is identical, yet cloud drives duplicate the entire file every single time.</a:t>
            </a:r>
          </a:p>
          <a:p>
            <a:pPr>
              <a:defRPr sz="1400" b="1">
                <a:solidFill>
                  <a:srgbClr val="E11D48"/>
                </a:solidFill>
              </a:defRPr>
            </a:pPr>
            <a:r>
              <a:t>🚨 95% Redundancy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828800"/>
            <a:ext cx="3328416" cy="42976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2103120"/>
            <a:ext cx="2962656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0F172A"/>
                </a:solidFill>
              </a:defRPr>
            </a:pPr>
            <a:r>
              <a:t>💸 Exploding Cloud Storage Bills</a:t>
            </a:r>
          </a:p>
          <a:p>
            <a:pPr>
              <a:spcAft>
                <a:spcPts val="2000"/>
              </a:spcAft>
              <a:defRPr sz="1300">
                <a:solidFill>
                  <a:srgbClr val="475569"/>
                </a:solidFill>
              </a:defRPr>
            </a:pPr>
            <a:r>
              <a:t>Cloud providers like AWS S3, Google Cloud, and Azure bill per gigabyte stored and per gigabyte transferred. Organizations waste up to 60% of their cloud storage budget storing identical duplicate bytes.</a:t>
            </a:r>
          </a:p>
          <a:p>
            <a:pPr>
              <a:defRPr sz="1400" b="1">
                <a:solidFill>
                  <a:srgbClr val="E11D48"/>
                </a:solidFill>
              </a:defRPr>
            </a:pPr>
            <a:r>
              <a:t>🚨 Up to 60% Budget Waste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828800"/>
            <a:ext cx="3328416" cy="42976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2103120"/>
            <a:ext cx="2962656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0F172A"/>
                </a:solidFill>
              </a:defRPr>
            </a:pPr>
            <a:r>
              <a:t>🐌 Wasted Bandwidth &amp; Latency</a:t>
            </a:r>
          </a:p>
          <a:p>
            <a:pPr>
              <a:spcAft>
                <a:spcPts val="2000"/>
              </a:spcAft>
              <a:defRPr sz="1300">
                <a:solidFill>
                  <a:srgbClr val="475569"/>
                </a:solidFill>
              </a:defRPr>
            </a:pPr>
            <a:r>
              <a:t>Re-uploading and backing up identical multi-megabyte files chokes office networks, slows down mobile uploads, and doubles cloud synchronization wait times unnecessarily.</a:t>
            </a:r>
          </a:p>
          <a:p>
            <a:pPr>
              <a:defRPr sz="1400" b="1">
                <a:solidFill>
                  <a:srgbClr val="E11D48"/>
                </a:solidFill>
              </a:defRPr>
            </a:pPr>
            <a:r>
              <a:t>🚨 Slow Network Backups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CLOUD STORAGE &amp; DATA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The Big Idea: The 'Library Card' Philosophy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EEF2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 b="1">
                <a:solidFill>
                  <a:srgbClr val="4F46E5"/>
                </a:solidFill>
              </a:defRPr>
            </a:pPr>
            <a:r>
              <a:t>📚 The Library Book Analogy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Imagine a college library. If 1,000 students want to read the same textbook:</a:t>
            </a:r>
            <a:br/>
            <a:br/>
            <a:r>
              <a:t>❌ Wrong Way: Buy 1,000 identical textbooks and build a bigger building to hold them all.</a:t>
            </a:r>
            <a:br/>
            <a:br/>
            <a:r>
              <a:t>✅ The Smart Way: Keep ONE master copy on the shelf. Give all 1,000 students a unique Library Card that points to that single copy!</a:t>
            </a:r>
            <a:br/>
            <a:br/>
            <a:r>
              <a:t>That is exact what our Deduplication Engine does for cloud storage.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303520" cy="43891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01168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 b="1">
                <a:solidFill>
                  <a:srgbClr val="0F172A"/>
                </a:solidFill>
              </a:defRPr>
            </a:pPr>
            <a:r>
              <a:t>⚙️ Translating Analogy to Code</a:t>
            </a:r>
          </a:p>
          <a:p>
            <a:pPr>
              <a:spcAft>
                <a:spcPts val="400"/>
              </a:spcAft>
              <a:defRPr sz="1250">
                <a:solidFill>
                  <a:srgbClr val="334155"/>
                </a:solidFill>
              </a:defRPr>
            </a:pPr>
            <a:r>
              <a:t>1. Every file is sliced into 64 KB pieces called 'Chunks'.</a:t>
            </a:r>
          </a:p>
          <a:p>
            <a:pPr>
              <a:spcAft>
                <a:spcPts val="400"/>
              </a:spcAft>
              <a:defRPr sz="1250">
                <a:solidFill>
                  <a:srgbClr val="334155"/>
                </a:solidFill>
              </a:defRPr>
            </a:pPr>
            <a:r>
              <a:t>2. Each chunk receives an unforgeable SHA-256 digital fingerprint.</a:t>
            </a:r>
          </a:p>
          <a:p>
            <a:pPr>
              <a:spcAft>
                <a:spcPts val="400"/>
              </a:spcAft>
              <a:defRPr sz="1250">
                <a:solidFill>
                  <a:srgbClr val="334155"/>
                </a:solidFill>
              </a:defRPr>
            </a:pPr>
            <a:r>
              <a:t>3. When you upload, we check: 'Do we already have this fingerprint?'</a:t>
            </a:r>
          </a:p>
          <a:p>
            <a:pPr>
              <a:spcAft>
                <a:spcPts val="400"/>
              </a:spcAft>
              <a:defRPr sz="1250">
                <a:solidFill>
                  <a:srgbClr val="334155"/>
                </a:solidFill>
              </a:defRPr>
            </a:pPr>
            <a:r>
              <a:t>4. If YES: We create a virtual reference link (Zero bytes stored!).</a:t>
            </a:r>
          </a:p>
          <a:p>
            <a:pPr>
              <a:spcAft>
                <a:spcPts val="400"/>
              </a:spcAft>
              <a:defRPr sz="1250">
                <a:solidFill>
                  <a:srgbClr val="334155"/>
                </a:solidFill>
              </a:defRPr>
            </a:pPr>
            <a:r>
              <a:t>5. If NO: We store the chunk once in Supabase Cloud Storage.</a:t>
            </a:r>
          </a:p>
          <a:p>
            <a:pPr>
              <a:spcAft>
                <a:spcPts val="400"/>
              </a:spcAft>
              <a:defRPr sz="1250">
                <a:solidFill>
                  <a:srgbClr val="334155"/>
                </a:solidFill>
              </a:defRPr>
            </a:pPr>
            <a:r>
              <a:t>6. Result: 10 people uploading a 100 MB file = Only 100 MB stored, not 1,000 MB!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CLOUD STORAGE &amp; DATA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Under the Hood: Our 4-Layer Cloud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20574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20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4F46E5"/>
                </a:solidFill>
              </a:defRPr>
            </a:pPr>
            <a:r>
              <a:t>🎨 Layer 1: Frontend (User Dashboard)</a:t>
            </a:r>
          </a:p>
          <a:p>
            <a:pPr>
              <a:defRPr sz="1150">
                <a:solidFill>
                  <a:srgbClr val="334155"/>
                </a:solidFill>
              </a:defRPr>
            </a:pPr>
            <a:r>
              <a:t>HTML5 + Vanilla CSS3 (Glassmorphism) + Modern ES6 JS</a:t>
            </a:r>
            <a:br/>
            <a:r>
              <a:t>• Hosted on Netlify Global Edge CDN.</a:t>
            </a:r>
            <a:br/>
            <a:r>
              <a:t>• Real-time drag-and-drop, visual chunk distribution map, live metrics.</a:t>
            </a:r>
            <a:br/>
            <a:r>
              <a:t>• Completely zero framework bloat for lightning-fast 60 FPS rendering.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737360"/>
            <a:ext cx="5120640" cy="20574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74520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F172A"/>
                </a:solidFill>
              </a:defRPr>
            </a:pPr>
            <a:r>
              <a:t>⚙️ Layer 2: Backend (Deduplication Core)</a:t>
            </a:r>
          </a:p>
          <a:p>
            <a:pPr>
              <a:defRPr sz="1150">
                <a:solidFill>
                  <a:srgbClr val="334155"/>
                </a:solidFill>
              </a:defRPr>
            </a:pPr>
            <a:r>
              <a:t>Python 3 + Flask + Gunicorn WSGI + REST APIs</a:t>
            </a:r>
            <a:br/>
            <a:r>
              <a:t>• Hosted 24/7 on Render Cloud Linux Containers.</a:t>
            </a:r>
            <a:br/>
            <a:r>
              <a:t>• Dynamic 64 KB binary streaming, SHA-256 fingerprint generation.</a:t>
            </a:r>
            <a:br/>
            <a:r>
              <a:t>• Byte-perfect on-demand file reconstruction and chunk streaming.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5120640" cy="20574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51960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284C7"/>
                </a:solidFill>
              </a:defRPr>
            </a:pPr>
            <a:r>
              <a:t>🐘 Layer 3: Database (Metadata Catalog)</a:t>
            </a:r>
          </a:p>
          <a:p>
            <a:pPr>
              <a:defRPr sz="1150">
                <a:solidFill>
                  <a:srgbClr val="334155"/>
                </a:solidFill>
              </a:defRPr>
            </a:pPr>
            <a:r>
              <a:t>Supabase Cloud PostgreSQL + Connection Pooler (Port 6543)</a:t>
            </a:r>
            <a:br/>
            <a:r>
              <a:t>• Decouples virtual user files from physical storage chunks.</a:t>
            </a:r>
            <a:br/>
            <a:r>
              <a:t>• Foreign-key relational cascades and indexed fingerprint lookups.</a:t>
            </a:r>
            <a:br/>
            <a:r>
              <a:t>• Resilient auto-fallback to SQLite to prevent cloud downtime.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4114800"/>
            <a:ext cx="5120640" cy="20574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251960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0B981"/>
                </a:solidFill>
              </a:defRPr>
            </a:pPr>
            <a:r>
              <a:t>☁️ Layer 4: Cloud Storage (Binary Chunks)</a:t>
            </a:r>
          </a:p>
          <a:p>
            <a:pPr>
              <a:defRPr sz="1150">
                <a:solidFill>
                  <a:srgbClr val="334155"/>
                </a:solidFill>
              </a:defRPr>
            </a:pPr>
            <a:r>
              <a:t>Supabase S3-Compatible Object Storage ('cloud-chunks' bucket)</a:t>
            </a:r>
            <a:br/>
            <a:r>
              <a:t>• Content-addressable binary block storage.</a:t>
            </a:r>
            <a:br/>
            <a:r>
              <a:t>• Local LRU binary caching for sub-millisecond repeated reads.</a:t>
            </a:r>
            <a:br/>
            <a:r>
              <a:t>• Supports cloud bucket or local folder seamlessly via Adapter pattern.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CLOUD STORAGE &amp; DATA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The 5-Step Pipeline: From Upload to Cloud Storage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965960" cy="43891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920240"/>
            <a:ext cx="1746504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4F46E5"/>
                </a:solidFill>
              </a:defRPr>
            </a:pPr>
            <a:r>
              <a:t>STEP 1</a:t>
            </a:r>
          </a:p>
          <a:p>
            <a:pPr>
              <a:spcAft>
                <a:spcPts val="1400"/>
              </a:spcAft>
              <a:defRPr sz="1600" b="1">
                <a:solidFill>
                  <a:srgbClr val="0F172A"/>
                </a:solidFill>
              </a:defRPr>
            </a:pPr>
            <a:r>
              <a:t>📥 Ingestion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File streamed into memory in 64 KB binary blocks without writing unverified junk to disk.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16936" y="1737360"/>
            <a:ext cx="1965960" cy="43891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26664" y="1920240"/>
            <a:ext cx="1746504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4F46E5"/>
                </a:solidFill>
              </a:defRPr>
            </a:pPr>
            <a:r>
              <a:t>STEP 2</a:t>
            </a:r>
          </a:p>
          <a:p>
            <a:pPr>
              <a:spcAft>
                <a:spcPts val="1400"/>
              </a:spcAft>
              <a:defRPr sz="1600" b="1">
                <a:solidFill>
                  <a:srgbClr val="0F172A"/>
                </a:solidFill>
              </a:defRPr>
            </a:pPr>
            <a:r>
              <a:t>🔐 Fingerprinting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Each 64 KB block gets an unforgeable SHA-256 cryptographic hash fingerprint.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02352" y="1737360"/>
            <a:ext cx="1965960" cy="43891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0" y="1920240"/>
            <a:ext cx="1746504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4F46E5"/>
                </a:solidFill>
              </a:defRPr>
            </a:pPr>
            <a:r>
              <a:t>STEP 3</a:t>
            </a:r>
          </a:p>
          <a:p>
            <a:pPr>
              <a:spcAft>
                <a:spcPts val="1400"/>
              </a:spcAft>
              <a:defRPr sz="1600" b="1">
                <a:solidFill>
                  <a:srgbClr val="0F172A"/>
                </a:solidFill>
              </a:defRPr>
            </a:pPr>
            <a:r>
              <a:t>🔎 Catalog Check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System queries PostgreSQL database: Does this SHA-256 hash already exist in our cloud?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87768" y="1737360"/>
            <a:ext cx="1965960" cy="43891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97496" y="1920240"/>
            <a:ext cx="1746504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4F46E5"/>
                </a:solidFill>
              </a:defRPr>
            </a:pPr>
            <a:r>
              <a:t>STEP 4</a:t>
            </a:r>
          </a:p>
          <a:p>
            <a:pPr>
              <a:spcAft>
                <a:spcPts val="1400"/>
              </a:spcAft>
              <a:defRPr sz="1600" b="1">
                <a:solidFill>
                  <a:srgbClr val="0F172A"/>
                </a:solidFill>
              </a:defRPr>
            </a:pPr>
            <a:r>
              <a:t>⚖️ Smart Action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• If DUPLICATE: Increment reference counter by +1. Skip physical upload!</a:t>
            </a:r>
            <a:br/>
            <a:r>
              <a:t>• If NEW: Upload chunk to Supabase bucket.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73184" y="1737360"/>
            <a:ext cx="1965960" cy="43891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82912" y="1920240"/>
            <a:ext cx="1746504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4F46E5"/>
                </a:solidFill>
              </a:defRPr>
            </a:pPr>
            <a:r>
              <a:t>STEP 5</a:t>
            </a:r>
          </a:p>
          <a:p>
            <a:pPr>
              <a:spcAft>
                <a:spcPts val="1400"/>
              </a:spcAft>
              <a:defRPr sz="1600" b="1">
                <a:solidFill>
                  <a:srgbClr val="0F172A"/>
                </a:solidFill>
              </a:defRPr>
            </a:pPr>
            <a:r>
              <a:t>🧩 File Mapping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Records the file 'recipe' in file_chunks table: which chunks in what exact order make up the file.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CLOUD STORAGE &amp; DATA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How Do We Reconstruct Files? (Zero Data Loss)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943600" cy="43891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F172A"/>
                </a:solidFill>
              </a:defRPr>
            </a:pPr>
            <a:r>
              <a:t>🔄 On-The-Fly Reassembly Engine</a:t>
            </a:r>
          </a:p>
          <a:p>
            <a:pPr>
              <a:spcAft>
                <a:spcPts val="800"/>
              </a:spcAft>
              <a:defRPr sz="1250">
                <a:solidFill>
                  <a:srgbClr val="334155"/>
                </a:solidFill>
              </a:defRPr>
            </a:pPr>
            <a:r>
              <a:t>1. No Duplicate Stored on Disk: The cloud never keeps whole file copies sitting on disk waiting for download.</a:t>
            </a:r>
          </a:p>
          <a:p>
            <a:pPr>
              <a:spcAft>
                <a:spcPts val="800"/>
              </a:spcAft>
              <a:defRPr sz="1250">
                <a:solidFill>
                  <a:srgbClr val="334155"/>
                </a:solidFill>
              </a:defRPr>
            </a:pPr>
            <a:r>
              <a:t>2. Reading the Recipe: When a user clicks 'Download', the system queries the database for chunk hashes ordered by chunk_index ASC.</a:t>
            </a:r>
          </a:p>
          <a:p>
            <a:pPr>
              <a:spcAft>
                <a:spcPts val="800"/>
              </a:spcAft>
              <a:defRPr sz="1250">
                <a:solidFill>
                  <a:srgbClr val="334155"/>
                </a:solidFill>
              </a:defRPr>
            </a:pPr>
            <a:r>
              <a:t>3. High-Speed Streaming: Chunks are retrieved from Supabase and yielded directly into an HTTP stream.</a:t>
            </a:r>
          </a:p>
          <a:p>
            <a:pPr>
              <a:spcAft>
                <a:spcPts val="800"/>
              </a:spcAft>
              <a:defRPr sz="1250">
                <a:solidFill>
                  <a:srgbClr val="334155"/>
                </a:solidFill>
              </a:defRPr>
            </a:pPr>
            <a:r>
              <a:t>4. Bit-for-Bit Identical: The reconstructed file matches the original byte-for-byte with identical SHA-256 checksum.</a:t>
            </a:r>
          </a:p>
          <a:p>
            <a:pPr>
              <a:spcAft>
                <a:spcPts val="800"/>
              </a:spcAft>
              <a:defRPr sz="1250">
                <a:solidFill>
                  <a:srgbClr val="334155"/>
                </a:solidFill>
              </a:defRPr>
            </a:pPr>
            <a:r>
              <a:t>5. O(1) Memory Footprint: A 10 GB file can be downloaded with only 64 KB of RAM used on the server.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1737360"/>
            <a:ext cx="4389120" cy="4389120"/>
          </a:xfrm>
          <a:prstGeom prst="roundRect">
            <a:avLst/>
          </a:prstGeom>
          <a:solidFill>
            <a:srgbClr val="ECFDF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2011680"/>
            <a:ext cx="3840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 b="1">
                <a:solidFill>
                  <a:srgbClr val="10B981"/>
                </a:solidFill>
              </a:defRPr>
            </a:pPr>
            <a:r>
              <a:t>🎯 Tested &amp; Verified Metrics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100.0%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Integrity Match in Automated Tests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60% - 85%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Physical Storage Space Reduction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10x - 50x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Faster 'Upload' for Duplicate Chunks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1 in 10⁷⁷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Probability of Hash Collision (Impossible)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CLOUD STORAGE &amp; DATA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Multi-Cloud Production Deployment: 24/7 Live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28416" cy="42976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296265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700" b="1">
                <a:solidFill>
                  <a:srgbClr val="4F46E5"/>
                </a:solidFill>
              </a:defRPr>
            </a:pPr>
            <a:r>
              <a:t>🌐 Netlify Edge CDN</a:t>
            </a:r>
          </a:p>
          <a:p>
            <a:pPr>
              <a:spcAft>
                <a:spcPts val="1400"/>
              </a:spcAft>
              <a:defRPr sz="1200" b="1">
                <a:solidFill>
                  <a:srgbClr val="0F172A"/>
                </a:solidFill>
              </a:defRPr>
            </a:pPr>
            <a:r>
              <a:t>The Frontend Face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• Global SSL distribution for instant page loads anywhere in the world.</a:t>
            </a:r>
            <a:br/>
            <a:r>
              <a:t>• Built-in automated API proxy rewrites (/api/*) directly to backend.</a:t>
            </a:r>
            <a:br/>
            <a:r>
              <a:t>• Eliminates cross-origin CORS barriers for seamless browser interaction.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828800"/>
            <a:ext cx="3328416" cy="42976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2057400"/>
            <a:ext cx="296265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700" b="1">
                <a:solidFill>
                  <a:srgbClr val="0F172A"/>
                </a:solidFill>
              </a:defRPr>
            </a:pPr>
            <a:r>
              <a:t>🚀 Render Cloud Containers</a:t>
            </a:r>
          </a:p>
          <a:p>
            <a:pPr>
              <a:spcAft>
                <a:spcPts val="1400"/>
              </a:spcAft>
              <a:defRPr sz="1200" b="1">
                <a:solidFill>
                  <a:srgbClr val="0F172A"/>
                </a:solidFill>
              </a:defRPr>
            </a:pPr>
            <a:r>
              <a:t>The Python Engine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• Production Gunicorn WSGI workers running on Linux Docker environment.</a:t>
            </a:r>
            <a:br/>
            <a:r>
              <a:t>• Continuous deployment auto-triggered on Git push to main.</a:t>
            </a:r>
            <a:br/>
            <a:r>
              <a:t>• Health checks and auto-restart monitoring built 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828800"/>
            <a:ext cx="3328416" cy="42976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2057400"/>
            <a:ext cx="296265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700" b="1">
                <a:solidFill>
                  <a:srgbClr val="10B981"/>
                </a:solidFill>
              </a:defRPr>
            </a:pPr>
            <a:r>
              <a:t>🐘 Supabase Cloud Infrastructure</a:t>
            </a:r>
          </a:p>
          <a:p>
            <a:pPr>
              <a:spcAft>
                <a:spcPts val="1400"/>
              </a:spcAft>
              <a:defRPr sz="1200" b="1">
                <a:solidFill>
                  <a:srgbClr val="0F172A"/>
                </a:solidFill>
              </a:defRPr>
            </a:pPr>
            <a:r>
              <a:t>Database + Object Storage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• Managed PostgreSQL database with ACID transaction pooler on port 6543.</a:t>
            </a:r>
            <a:br/>
            <a:r>
              <a:t>• S3-compatible cloud object storage for binary chunks.</a:t>
            </a:r>
            <a:br/>
            <a:r>
              <a:t>• Enterprise backup, replication, and data persistence 24/7.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3200" b="1">
                <a:solidFill>
                  <a:srgbClr val="FFFFFF"/>
                </a:solidFill>
              </a:defRPr>
            </a:pPr>
            <a:r>
              <a:t>Summary: Why This Project Stands Out</a:t>
            </a:r>
          </a:p>
          <a:p>
            <a:pPr>
              <a:spcAft>
                <a:spcPts val="1400"/>
              </a:spcAft>
              <a:defRPr sz="1600">
                <a:solidFill>
                  <a:srgbClr val="E2E8F0"/>
                </a:solidFill>
              </a:defRPr>
            </a:pPr>
            <a:r>
              <a:t>✅ Real Problem, Real Solution: Directly cuts cloud storage costs by 60% to 80% without impacting user experience.</a:t>
            </a:r>
          </a:p>
          <a:p>
            <a:pPr>
              <a:spcAft>
                <a:spcPts val="1400"/>
              </a:spcAft>
              <a:defRPr sz="1600">
                <a:solidFill>
                  <a:srgbClr val="E2E8F0"/>
                </a:solidFill>
              </a:defRPr>
            </a:pPr>
            <a:r>
              <a:t>✅ Sub-File Precision: 64 KB chunking catches duplicate portions inside modified documents, videos, and archives.</a:t>
            </a:r>
          </a:p>
          <a:p>
            <a:pPr>
              <a:spcAft>
                <a:spcPts val="1400"/>
              </a:spcAft>
              <a:defRPr sz="1600">
                <a:solidFill>
                  <a:srgbClr val="E2E8F0"/>
                </a:solidFill>
              </a:defRPr>
            </a:pPr>
            <a:r>
              <a:t>✅ Enterprise Architecture: Decoupled Frontend (Netlify), Backend (Render), and Cloud DB + Storage (Supabase).</a:t>
            </a:r>
          </a:p>
          <a:p>
            <a:pPr>
              <a:spcAft>
                <a:spcPts val="1400"/>
              </a:spcAft>
              <a:defRPr sz="1600">
                <a:solidFill>
                  <a:srgbClr val="E2E8F0"/>
                </a:solidFill>
              </a:defRPr>
            </a:pPr>
            <a:r>
              <a:t>✅ Zero-Data-Loss Reliability: Cryptographic SHA-256 fingerprinting + reference counting guarantee 100% data safety.</a:t>
            </a:r>
          </a:p>
          <a:p>
            <a:pPr>
              <a:spcAft>
                <a:spcPts val="1400"/>
              </a:spcAft>
              <a:defRPr sz="1600">
                <a:solidFill>
                  <a:srgbClr val="E2E8F0"/>
                </a:solidFill>
              </a:defRPr>
            </a:pPr>
            <a:r>
              <a:t>✅ Production Ready: Fully functional with live dashboard, analytics, chunk visualizer, and instant file reconstruction.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